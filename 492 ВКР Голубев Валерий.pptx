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Kanit Light" panose="020B0604020202020204" charset="-34"/>
      <p:regular r:id="rId17"/>
    </p:embeddedFont>
    <p:embeddedFont>
      <p:font typeface="Martel Sans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88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Личный блог с тегами и комментариями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Информационная система для ведения персонального блога на основе React и Firebase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05088"/>
            <a:ext cx="1733431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73073"/>
            <a:ext cx="14612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ОБЗОР ПРОЕКТА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22058"/>
            <a:ext cx="60263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Цель и концепция системы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333268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Веб-приложение представляет собой современную платформу для ведения блога, разработанную как Single Page Application (SPA). Система обеспечивает быструю навигацию без перезагрузки страницы и поддерживает полный цикл работы с контентом.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988951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Основная цель: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создание удобной платформы для публикации статей с гибкой системой категоризации через теги и интерактивной системой комментариев для вовлечения аудитории.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384346"/>
            <a:ext cx="4885015" cy="488501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EE0147-6DA0-4373-B4DD-0BB9004A88CB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0047"/>
            <a:ext cx="89613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Функциональные возможности системы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300651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535085"/>
            <a:ext cx="33462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Для всех пользователей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02550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Просмотр публикаций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8224" y="446770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Фильтрация по категориям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490989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Поиск по содержимому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535209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Комментирование статей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300651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1396" y="35350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Для авторов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51396" y="402550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Создание статей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51396" y="446770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Редактирование контента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51396" y="490989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тегами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51396" y="535209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Работа с категориями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300651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4568" y="3535085"/>
            <a:ext cx="3056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Для администраторов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74568" y="402550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Полный CRUD статей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74568" y="446770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Модерация комментариев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874568" y="490989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тегами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874568" y="535209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Деактивация контента</a:t>
            </a:r>
            <a:endParaRPr lang="en-US" sz="17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6C94379-47F1-4785-92A8-791AB6F8B9AC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4441"/>
            <a:ext cx="67901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Технологический стек проекта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3783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Frontend разработка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95953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React 19.2.0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современная JS библиотека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76463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5.9.3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типизация для надежности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56973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Vite 7.3.0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быстрая сборка проекта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37483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MobX 6.15.0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управление состоянием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17993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SCSS/SASS 1.97.1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стилизация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378393"/>
            <a:ext cx="3212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Backend и инструменты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42721" y="295953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Firebase 12.7.0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база данных в реальном времени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1275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ESLint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контроль качества кода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49326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ESLint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проверка типов</a:t>
            </a:r>
            <a:endParaRPr lang="en-US" sz="17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B41C141-EF69-4C19-9523-467BEE71776A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331" y="591860"/>
            <a:ext cx="1400175" cy="412790"/>
          </a:xfrm>
          <a:prstGeom prst="roundRect">
            <a:avLst>
              <a:gd name="adj" fmla="val 17220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4871" y="662940"/>
            <a:ext cx="113109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0331" y="1089184"/>
            <a:ext cx="8009930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Структура проекта и организация кода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40331" y="1935361"/>
            <a:ext cx="6469142" cy="291465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191" y="1958221"/>
            <a:ext cx="6423422" cy="634603"/>
          </a:xfrm>
          <a:prstGeom prst="roundRect">
            <a:avLst>
              <a:gd name="adj" fmla="val 9678"/>
            </a:avLst>
          </a:prstGeom>
          <a:solidFill>
            <a:srgbClr val="DFECE9"/>
          </a:solidFill>
          <a:ln/>
        </p:spPr>
      </p:sp>
      <p:sp>
        <p:nvSpPr>
          <p:cNvPr id="7" name="Text 5"/>
          <p:cNvSpPr/>
          <p:nvPr/>
        </p:nvSpPr>
        <p:spPr>
          <a:xfrm>
            <a:off x="3816191" y="2073354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974646" y="2804279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Components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974646" y="3261717"/>
            <a:ext cx="600051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Переиспользуемые UI компоненты: Button, Input, Modal, Table, Layout элементы и специализированные модальные окна для авторизации и подтверждения действий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20928" y="1935361"/>
            <a:ext cx="6469142" cy="291465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43788" y="1958221"/>
            <a:ext cx="6423422" cy="634603"/>
          </a:xfrm>
          <a:prstGeom prst="roundRect">
            <a:avLst>
              <a:gd name="adj" fmla="val 9678"/>
            </a:avLst>
          </a:prstGeom>
          <a:solidFill>
            <a:srgbClr val="DFEC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788" y="2073354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7655242" y="2804279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Pages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655242" y="3261717"/>
            <a:ext cx="600051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страницы приложения: HomePage со статистикой, PostsPage, TagsPage, CommentsPage и AdminPage для администрирования системы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0331" y="5061466"/>
            <a:ext cx="6469142" cy="2576155"/>
          </a:xfrm>
          <a:prstGeom prst="roundRect">
            <a:avLst>
              <a:gd name="adj" fmla="val 344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191" y="5084326"/>
            <a:ext cx="6423422" cy="634603"/>
          </a:xfrm>
          <a:prstGeom prst="roundRect">
            <a:avLst>
              <a:gd name="adj" fmla="val 9678"/>
            </a:avLst>
          </a:prstGeom>
          <a:solidFill>
            <a:srgbClr val="DFECE9"/>
          </a:solidFill>
          <a:ln/>
        </p:spPr>
      </p:sp>
      <p:sp>
        <p:nvSpPr>
          <p:cNvPr id="17" name="Text 15"/>
          <p:cNvSpPr/>
          <p:nvPr/>
        </p:nvSpPr>
        <p:spPr>
          <a:xfrm>
            <a:off x="3816191" y="5199459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974646" y="5930384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974646" y="6387822"/>
            <a:ext cx="600051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MobX хранилища для управления состоянием: AuthStore, DataStore, NavigationStore и UIStore с четким разделением ответственности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20928" y="5061466"/>
            <a:ext cx="6469142" cy="2576155"/>
          </a:xfrm>
          <a:prstGeom prst="roundRect">
            <a:avLst>
              <a:gd name="adj" fmla="val 3449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43788" y="5084326"/>
            <a:ext cx="6423422" cy="634603"/>
          </a:xfrm>
          <a:prstGeom prst="roundRect">
            <a:avLst>
              <a:gd name="adj" fmla="val 9678"/>
            </a:avLst>
          </a:prstGeom>
          <a:solidFill>
            <a:srgbClr val="DFECE9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6788" y="5199459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7655242" y="5930384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 &amp; Styles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655242" y="6387822"/>
            <a:ext cx="6000512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интерфейсы для всех сущностей и глобальные стили с переменными, миксинами и тёплой персональной цветовой палитрой</a:t>
            </a:r>
            <a:endParaRPr lang="en-US" sz="165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06E26CA-AA87-466A-B267-B2702B048817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847" y="894755"/>
            <a:ext cx="6078974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Система ролей и прав доступа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12706" y="2026801"/>
            <a:ext cx="205859" cy="1206579"/>
          </a:xfrm>
          <a:prstGeom prst="roundRect">
            <a:avLst>
              <a:gd name="adj" fmla="val 42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06847" y="1891665"/>
            <a:ext cx="617577" cy="617577"/>
          </a:xfrm>
          <a:prstGeom prst="roundRect">
            <a:avLst>
              <a:gd name="adj" fmla="val 7403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1271" y="2046089"/>
            <a:ext cx="308729" cy="3087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30283" y="1923931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Reader (Читатель)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030283" y="2368987"/>
            <a:ext cx="6879669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Роль по умолчанию. Доступ к просмотру всех публикаций, тегов и комментариев. Возможность оставлять комментарии к статьям.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721435" y="3748088"/>
            <a:ext cx="205859" cy="1535906"/>
          </a:xfrm>
          <a:prstGeom prst="roundRect">
            <a:avLst>
              <a:gd name="adj" fmla="val 42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15576" y="3612952"/>
            <a:ext cx="617577" cy="617577"/>
          </a:xfrm>
          <a:prstGeom prst="roundRect">
            <a:avLst>
              <a:gd name="adj" fmla="val 7403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0000" y="3767376"/>
            <a:ext cx="308729" cy="3087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9012" y="3645218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Author (Автор)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7339012" y="4090273"/>
            <a:ext cx="6570940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Требует авторизации. Все права читателя плюс создание и редактирование собственных статей, управление тегами и категориями контента.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030283" y="5798701"/>
            <a:ext cx="205859" cy="1535906"/>
          </a:xfrm>
          <a:prstGeom prst="roundRect">
            <a:avLst>
              <a:gd name="adj" fmla="val 4200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24424" y="5663565"/>
            <a:ext cx="617577" cy="617577"/>
          </a:xfrm>
          <a:prstGeom prst="roundRect">
            <a:avLst>
              <a:gd name="adj" fmla="val 7403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8848" y="5817989"/>
            <a:ext cx="308729" cy="3087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47861" y="5695831"/>
            <a:ext cx="2927271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(Администратор)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647861" y="6140887"/>
            <a:ext cx="6262092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Полный доступ. Модерация комментариев, управление всеми статьями и тегами, доступ к разделу администрирования с расширенной статистикой.</a:t>
            </a:r>
            <a:endParaRPr lang="en-US" sz="16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8B04AC9-B85C-471D-9456-63A0FBB5B57E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9685"/>
            <a:ext cx="59609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Структура данных системы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51973"/>
            <a:ext cx="6244709" cy="2184440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709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Post (Статья)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290411"/>
            <a:ext cx="57301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поля: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id, title, content, categoryId, tagIds[], authorId, status, views, publishedAt, isActive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863227"/>
            <a:ext cx="6244709" cy="1821537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084" y="51205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Tag (Тег)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5701665"/>
            <a:ext cx="57301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поля: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id, name, color, description, isActive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2451973"/>
            <a:ext cx="6244709" cy="1821537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6815" y="27092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Category (Категория)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56815" y="3290411"/>
            <a:ext cx="57301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поля: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id, name, description, color, sortOrder, isActive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500324"/>
            <a:ext cx="6244709" cy="1821537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56815" y="4757618"/>
            <a:ext cx="33866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Comment (Комментарий)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56815" y="5338763"/>
            <a:ext cx="57301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Основные поля: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id, postId, authorName, content, status, createdAt, isActive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6BDE5A6-BABD-4C2C-AEB6-E954802B9C03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08240"/>
            <a:ext cx="1233607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223063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2176224"/>
            <a:ext cx="6892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ЗАПУСК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637115"/>
            <a:ext cx="72591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Развертывание и запуск проекта</a:t>
            </a:r>
            <a:endParaRPr lang="en-US" sz="3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54425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4678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Требования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5168741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Node.js версии 18 или выше и менеджер пакетов npm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1357" y="354425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68171" y="4678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Установка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368171" y="5168741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Выполнить команду npm install для установки зависимостей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8924" y="3544252"/>
            <a:ext cx="4347567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15738" y="4678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Запуск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715738" y="5168741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Команда npm run dev для старта development сервера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9F98831-F9C7-4DF6-8E28-330D61851657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5276" y="968454"/>
            <a:ext cx="5195292" cy="37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Ключевые преимущества решения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276" y="1572816"/>
            <a:ext cx="377785" cy="3777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15276" y="2139434"/>
            <a:ext cx="2767965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Высокая производительность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015276" y="2466142"/>
            <a:ext cx="8086249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SPA архитектура без перезагрузки страниц и современный Vite для мгновенной сборки обеспечивают отличную скорость работы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5276" y="3251716"/>
            <a:ext cx="377785" cy="3777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5276" y="3818334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Типобезопасность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015276" y="4145042"/>
            <a:ext cx="808624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во всех компонентах минимизирует ошибки и облегчает рефакторинг кода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5276" y="4688919"/>
            <a:ext cx="377785" cy="3777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5276" y="5255538"/>
            <a:ext cx="1900833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Realtime обновления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015276" y="5582245"/>
            <a:ext cx="808624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Firebase Database синхронизирует данные в реальном времени между всеми пользователями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5276" y="6126123"/>
            <a:ext cx="377785" cy="3777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15276" y="6692741"/>
            <a:ext cx="1889046" cy="23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Масштабируемость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6015276" y="7019449"/>
            <a:ext cx="808624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Модульная архитектура с четким разделением логики позволяет легко расширять функционал</a:t>
            </a:r>
            <a:endParaRPr lang="en-US" sz="11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13A849F-AC49-4C6D-B08A-480A1097FC43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0290" y="516850"/>
            <a:ext cx="4787265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Заключение и результаты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370290" y="1437799"/>
            <a:ext cx="6332934" cy="120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 результате разработки создана полнофункциональная система управления блогом с современным технологическим стеком. Проект демонстрирует практическое применение React, TypeScript, MobX и Firebase для создания масштабируемого веб-приложения.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70290" y="2809875"/>
            <a:ext cx="63329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Система успешно реализует: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0290" y="3279696"/>
            <a:ext cx="63329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Гибкую систему ролей и прав доступа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70290" y="3646170"/>
            <a:ext cx="63329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CRUD операции для всех сущностей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0290" y="4012644"/>
            <a:ext cx="63329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Интуитивный пользовательский интерфейс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0290" y="4379119"/>
            <a:ext cx="6332934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Систему модерации контента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473" y="1480185"/>
            <a:ext cx="5098018" cy="50980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70290" y="7095019"/>
            <a:ext cx="11889700" cy="31075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70290" y="7337465"/>
            <a:ext cx="11889700" cy="37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Спасибо за внимание!</a:t>
            </a:r>
            <a:endParaRPr lang="en-US" sz="18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CAF3F0-9074-45A9-AD8E-5A362E96A1DD}"/>
              </a:ext>
            </a:extLst>
          </p:cNvPr>
          <p:cNvSpPr/>
          <p:nvPr/>
        </p:nvSpPr>
        <p:spPr>
          <a:xfrm>
            <a:off x="12801600" y="7797338"/>
            <a:ext cx="1740131" cy="3325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Произвольный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Kanit Light</vt:lpstr>
      <vt:lpstr>Arial</vt:lpstr>
      <vt:lpstr>Martel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2</cp:revision>
  <dcterms:created xsi:type="dcterms:W3CDTF">2026-01-06T21:14:57Z</dcterms:created>
  <dcterms:modified xsi:type="dcterms:W3CDTF">2026-01-06T21:17:30Z</dcterms:modified>
</cp:coreProperties>
</file>